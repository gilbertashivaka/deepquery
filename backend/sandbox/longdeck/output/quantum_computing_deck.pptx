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0A74D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A74D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CE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101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411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Introductory Guide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E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basics of quantum computers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Quantum Computing?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quantum bits (qubits) to process information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Leverages quantum phenomena like superposition and entanglement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Promises exponential speed‑ups for certain problems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Qubits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unit of quantum information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represent 0, 1, or both simultaneously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implementations: superconducting circuits, trapped ions, etc.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Qubit can be in a linear combination of states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parallel computation paths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Visualized as a vector on the Bloch sphere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Entanglement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Correlation between qubits stronger than classical physics allows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of one qubit instantly influences the other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resource for quantum algorithms and communication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Gates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that change qubit states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gates: X, H, CNOT, T, etc.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quantum circuits analogous to classical logic gates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Shor’s algorithm – integer factorization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Grover’s algorithm – unstructured search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demonstrate quantum advantage over classical methods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Platforms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Superconducting qubits (IBM, Google)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Trapped‑ion systems (IonQ, Honeywell)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Photonic and topological approaches under research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Decoherence and error rates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Scalability to thousands of qubits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for quantum error correction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Cryptography and security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science and chemistry simulations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Optimization, machine learning, and finance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772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6583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computers process information fundamentally differently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concepts: qubits, superposition, entanglement, gates</a:t>
            </a:r>
            <a:endParaRPr lang="en-US" sz="1400" dirty="0"/>
          </a:p>
          <a:p>
            <a:pPr indent="0" marL="0">
              <a:lnSpc>
                <a:spcPts val="12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Rapidly evolving field with transformative potential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475488"/>
          </a:xfrm>
          <a:prstGeom prst="rect">
            <a:avLst/>
          </a:prstGeom>
          <a:solidFill>
            <a:srgbClr val="0A74D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11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at quantum@example.com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2026-06-21T12:00:05Z</dcterms:created>
  <dcterms:modified xsi:type="dcterms:W3CDTF">2026-06-21T12:00:05Z</dcterms:modified>
</cp:coreProperties>
</file>