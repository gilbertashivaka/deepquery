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66C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066C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DeepQuery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AI‑powered knowledge assistant for organizations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97280"/>
            <a:ext cx="3840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silos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hours searching across tools and documents, leading to duplicated effort and missed insights.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loss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66928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employees leave, critical know‑how disappears, slowing projects and increasing onboarding costs.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DeepQuery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97280"/>
            <a:ext cx="8321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AI‑driven Retrieval &amp; Synthesis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0116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Ingest data from all enterprise sources (Slack, Confluence, Email, etc.)</a:t>
            </a:r>
            <a:endParaRPr lang="en-US" sz="1200" dirty="0"/>
          </a:p>
          <a:p>
            <a:pPr indent="0" marL="0">
              <a:lnSpc>
                <a:spcPts val="1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Index with large‑language‑model embeddings for semantic search</a:t>
            </a:r>
            <a:endParaRPr lang="en-US" sz="1200" dirty="0"/>
          </a:p>
          <a:p>
            <a:pPr indent="0" marL="0">
              <a:lnSpc>
                <a:spcPts val="1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Answer queries in natural language, citing sources and providing concise summaries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9728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Answers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search time by 70% with AI‑powered, context‑aware responses.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Retention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160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institutional memory, easing onboarding and reducing turnover impact.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109728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Boost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0866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2‑3 hours per employee per week for higher‑value work.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4572000"/>
          </a:xfrm>
          <a:prstGeom prst="ellipse">
            <a:avLst/>
          </a:prstGeom>
          <a:solidFill>
            <a:srgbClr val="0066C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840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info@deepquery.ai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2026-06-21T11:15:57Z</dcterms:created>
  <dcterms:modified xsi:type="dcterms:W3CDTF">2026-06-21T11:15:57Z</dcterms:modified>
</cp:coreProperties>
</file>