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DeepQuery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Knowledge Assistant for Organizations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Silos Stifle Growth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Employees waste up to 30% of their time searching for information.
</a:t>
            </a:r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is trapped in emails, documents, and disparate tools.
</a:t>
            </a:r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knowledge access leads to slower decisions and missed opportunities.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Unified AI-Powered Knowledge Hub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Centralize all organizational data sources.
</a:t>
            </a:r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 large‑language‑model AI to index and understand content.
</a:t>
            </a:r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Provide a natural‑language chat interface for instant answers.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Investors Should Care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reduction in knowledge‑search time → higher productivity.
</a:t>
            </a:r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decision‑making accelerates revenue growth.
</a:t>
            </a:r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AI platform with low marginal cost per user.
</a:t>
            </a:r>
            <a:pPr indent="0" marL="0">
              <a:lnSpc>
                <a:spcPts val="12000"/>
              </a:lnSpc>
              <a:buNone/>
            </a:pPr>
            <a:r>
              <a:rPr lang="en-US" sz="18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moat: proprietary data integration &amp; AI tuning.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DeepQuery Pitch Generator</dc:creator>
  <cp:lastModifiedBy>DeepQuery Pitch Generator</cp:lastModifiedBy>
  <cp:revision>1</cp:revision>
  <dcterms:created xsi:type="dcterms:W3CDTF">2026-06-21T10:49:41Z</dcterms:created>
  <dcterms:modified xsi:type="dcterms:W3CDTF">2026-06-21T10:49:41Z</dcterms:modified>
</cp:coreProperties>
</file>